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63" r:id="rId6"/>
    <p:sldId id="258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35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kaggle.com/datasets/ruchi798/movies-on-netflix-prime-video-hulu-and-disney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kaggle.com/datasets/dgoenrique/apple-tv-movies-and-tv-show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aggle.com/datasets/shivamb/amazon-prime-movies-and-tv-shows" TargetMode="External"/><Relationship Id="rId5" Type="http://schemas.openxmlformats.org/officeDocument/2006/relationships/hyperlink" Target="https://kaggle.com/datasets/unanimad/disney-plus-shows" TargetMode="External"/><Relationship Id="rId4" Type="http://schemas.openxmlformats.org/officeDocument/2006/relationships/hyperlink" Target="https://kaggle.com/datasets/shivamb/netflix-show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eregrun1123.app.n8n.cloud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eregrun-ops.github.io/tp-con-sorpreas" TargetMode="External"/><Relationship Id="rId5" Type="http://schemas.openxmlformats.org/officeDocument/2006/relationships/hyperlink" Target="https://github.com/seregrun-ops/tp-con-sorpreas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6E000C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F3C7E">
              <a:alpha val="3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760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94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TIMMD  ·  ENTREGA DE PROYECTO FINAL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StreamAI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D9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Recomendador inteligente de contenido audiovisual</a:t>
            </a:r>
            <a:endParaRPr lang="en-US" sz="1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D9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impulsado por IA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58368" y="4709160"/>
            <a:ext cx="3840480" cy="0"/>
          </a:xfrm>
          <a:prstGeom prst="line">
            <a:avLst/>
          </a:prstGeom>
          <a:noFill/>
          <a:ln w="12700">
            <a:solidFill>
              <a:srgbClr val="5A3A3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 Dourado, Rocío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285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107556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062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Maffei, Luis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06240" y="5285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106294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Grünbaum, Serena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0" y="5285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107688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6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(UBA)  ·  Taller de Innovación en Medición y Metodologías de Diseño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66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construimos StreamAI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6304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5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desarrolló en tres grandes etapas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354580" y="2651760"/>
            <a:ext cx="7498080" cy="0"/>
          </a:xfrm>
          <a:prstGeom prst="line">
            <a:avLst/>
          </a:prstGeom>
          <a:noFill/>
          <a:ln w="31750">
            <a:solidFill>
              <a:srgbClr val="E5C9C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5"/>
          <p:cNvSpPr/>
          <p:nvPr/>
        </p:nvSpPr>
        <p:spPr>
          <a:xfrm>
            <a:off x="1943100" y="22402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70" y="245425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Búsqueda del dataset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37490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Relevamos y unificamos datasets de Kaggle de Netflix, Disney+, Prime Video y Apple TV (800 </a:t>
            </a:r>
            <a:r>
              <a:rPr lang="en-US" sz="1300" dirty="0" err="1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</a:t>
            </a: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9120" y="292608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Shape 9"/>
          <p:cNvSpPr/>
          <p:nvPr/>
        </p:nvSpPr>
        <p:spPr>
          <a:xfrm>
            <a:off x="5692140" y="22402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45425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Desarrollo de la página web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63440" y="37490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el dashboard interactivo con indicadores del catálogo y el motor de </a:t>
            </a:r>
            <a:r>
              <a:rPr lang="en-US" sz="1300" dirty="0" err="1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(filtros por género, plataforma, tipo y puntaje), publicado en GitHub Pages.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38160" y="292608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8" name="Shape 13"/>
          <p:cNvSpPr/>
          <p:nvPr/>
        </p:nvSpPr>
        <p:spPr>
          <a:xfrm>
            <a:off x="9441180" y="224028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150" y="2454250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Funcionalidades con IA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412480" y="374904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Incorporamos automatizaciones en n8n conectadas a la API de OpenAI para sumar el chatbot, el botón "Sorprendeme" y el comparador de plataformas.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669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con IA (n8n + OpenAI)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2011680" y="20574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75" y="2247595"/>
            <a:ext cx="351130" cy="3511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012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consultas en texto libre y recomienda películas o series según lo pedido.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8912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7"/>
          <p:cNvSpPr/>
          <p:nvPr/>
        </p:nvSpPr>
        <p:spPr>
          <a:xfrm>
            <a:off x="5760720" y="20574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915" y="224759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Sorprendeme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0916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que genera una recomendación automática de IA a partir de un género elegido.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138160" y="1737360"/>
            <a:ext cx="3474720" cy="4023360"/>
          </a:xfrm>
          <a:prstGeom prst="roundRect">
            <a:avLst>
              <a:gd name="adj" fmla="val 2105"/>
            </a:avLst>
          </a:prstGeom>
          <a:solidFill>
            <a:srgbClr val="FBF1F1"/>
          </a:solidFill>
          <a:ln/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1"/>
          <p:cNvSpPr/>
          <p:nvPr/>
        </p:nvSpPr>
        <p:spPr>
          <a:xfrm>
            <a:off x="9509760" y="2057400"/>
            <a:ext cx="731520" cy="73152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955" y="224759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667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plataformas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58200" y="35204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6B5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métricas del dataset entre servicios y redacta conclusiones con IA.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56692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2A2020"/>
                </a:solidFill>
                <a:latin typeface="Cambria"/>
              </a:rPr>
              <a:t>Automatizaciones con n8n: Chatbot y Sorprendeme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>
                <a:solidFill>
                  <a:srgbClr val="6B5E60"/>
                </a:solidFill>
                <a:latin typeface="Calibri"/>
              </a:rPr>
              <a:t>Un mismo workflow en n8n atiende al Asistente de recomendación y al botón Sorprendeme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4597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45" y="2172843"/>
            <a:ext cx="2857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Webhook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Recibe el pedido (POST)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desde la página web</a:t>
            </a:r>
          </a:p>
        </p:txBody>
      </p:sp>
      <p:sp>
        <p:nvSpPr>
          <p:cNvPr id="11" name="Chevron 10"/>
          <p:cNvSpPr/>
          <p:nvPr/>
        </p:nvSpPr>
        <p:spPr>
          <a:xfrm>
            <a:off x="3913632" y="2569464"/>
            <a:ext cx="402336" cy="256032"/>
          </a:xfrm>
          <a:prstGeom prst="chevron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1213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05" y="2172843"/>
            <a:ext cx="2857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8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Message 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Nodo OpenAI · GPT-4o-mini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genera la recomendación</a:t>
            </a:r>
          </a:p>
        </p:txBody>
      </p:sp>
      <p:sp>
        <p:nvSpPr>
          <p:cNvPr id="17" name="Chevron 16"/>
          <p:cNvSpPr/>
          <p:nvPr/>
        </p:nvSpPr>
        <p:spPr>
          <a:xfrm>
            <a:off x="7479792" y="2569464"/>
            <a:ext cx="402336" cy="256032"/>
          </a:xfrm>
          <a:prstGeom prst="chevron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8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7829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165" y="2172843"/>
            <a:ext cx="2857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Respond to Webhook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Devuelve el top 5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en JSON a la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10908792" cy="233172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A2020"/>
                </a:solidFill>
                <a:latin typeface="Calibri"/>
              </a:rPr>
              <a:t>Prompt del sistema (resumen)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E60"/>
                </a:solidFill>
                <a:latin typeface="Calibri"/>
              </a:rPr>
              <a:t>“Actuá como asistente de recomendación de StreamAI. Ante cualquier pedido, respondé siempre con un top 5 en el formato: 1. Título (Año) – Plataforma – descripción breve. Nunca preguntes el género; elegí algo razonable. Aclará que la disponibilidad puede variar.”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233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A2020"/>
                </a:solidFill>
                <a:latin typeface="Calibri"/>
              </a:rPr>
              <a:t>Detalles técnicos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89120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Modelo: GPT-4o-mini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Usado en: Chatbot y botón “Sorprendeme”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Entrada: género (elegido o al azar)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Salida: JSON { "respuesta": "..." }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Credencial: n8n free OpenAI API credits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6B5E60"/>
                </a:solidFill>
                <a:latin typeface="Calibri"/>
              </a:rPr>
              <a:t>Workflow exportado en /n8n/chatbot-sorprendeme.json del repositorio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56692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2A2020"/>
                </a:solidFill>
                <a:latin typeface="Cambria"/>
              </a:rPr>
              <a:t>Automatización con n8n: Comparador de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1">
                <a:solidFill>
                  <a:srgbClr val="6B5E60"/>
                </a:solidFill>
                <a:latin typeface="Calibri"/>
              </a:rPr>
              <a:t>Workflow que redacta con IA la comparación entre dos plataformas usando datos reales del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4597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45" y="2172843"/>
            <a:ext cx="285750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Webhook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Recibe métricas de ambas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plataformas (POST)</a:t>
            </a:r>
          </a:p>
        </p:txBody>
      </p:sp>
      <p:sp>
        <p:nvSpPr>
          <p:cNvPr id="11" name="Chevron 10"/>
          <p:cNvSpPr/>
          <p:nvPr/>
        </p:nvSpPr>
        <p:spPr>
          <a:xfrm>
            <a:off x="3913632" y="2569464"/>
            <a:ext cx="402336" cy="256032"/>
          </a:xfrm>
          <a:prstGeom prst="chevron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1213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05" y="2172843"/>
            <a:ext cx="285750" cy="285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8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Message 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Nodo OpenAI · GPT-4o-mini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redacta la comparación</a:t>
            </a:r>
          </a:p>
        </p:txBody>
      </p:sp>
      <p:sp>
        <p:nvSpPr>
          <p:cNvPr id="17" name="Chevron 16"/>
          <p:cNvSpPr/>
          <p:nvPr/>
        </p:nvSpPr>
        <p:spPr>
          <a:xfrm>
            <a:off x="7479792" y="2569464"/>
            <a:ext cx="402336" cy="256032"/>
          </a:xfrm>
          <a:prstGeom prst="chevron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55280" y="1828800"/>
            <a:ext cx="3017520" cy="173736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78290" y="2029968"/>
            <a:ext cx="571500" cy="571500"/>
          </a:xfrm>
          <a:prstGeom prst="ellipse">
            <a:avLst/>
          </a:prstGeom>
          <a:solidFill>
            <a:srgbClr val="99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1165" y="2172843"/>
            <a:ext cx="2857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2A2020"/>
                </a:solidFill>
                <a:latin typeface="Calibri"/>
              </a:rPr>
              <a:t>Respond to Webhook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35808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Devuelve el texto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6B5E60"/>
                </a:solidFill>
                <a:latin typeface="Calibri"/>
              </a:rPr>
              <a:t>en JSON a la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60"/>
            <a:ext cx="10908792" cy="2331720"/>
          </a:xfrm>
          <a:prstGeom prst="roundRect">
            <a:avLst>
              <a:gd name="adj" fmla="val 5000"/>
            </a:avLst>
          </a:prstGeom>
          <a:solidFill>
            <a:srgbClr val="FBF1F1"/>
          </a:solidFill>
          <a:ln>
            <a:noFill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A2020"/>
                </a:solidFill>
                <a:latin typeface="Calibri"/>
              </a:rPr>
              <a:t>Prompt del sistema (resumen)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5E60"/>
                </a:solidFill>
                <a:latin typeface="Calibri"/>
              </a:rPr>
              <a:t>“Actuá como analista de plataformas de streaming de StreamAI. A partir de datos reales (cantidad de títulos, puntaje promedio y género principal) de dos plataformas, escribí una comparación breve (3-4 oraciones) sin inventar datos, y cerrá con una recomendación corta según el tipo de usuario.”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02336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A2020"/>
                </a:solidFill>
                <a:latin typeface="Calibri"/>
              </a:rPr>
              <a:t>Detalles técnicos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89120"/>
            <a:ext cx="3566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Modelo: GPT-4o-mini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Usado en: Comparador de plataformas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Entrada: métricas reales de 2 plataformas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Salida: JSON { "comparacion": "..." }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5E60"/>
                </a:solidFill>
                <a:latin typeface="Calibri"/>
              </a:rPr>
              <a:t>Credencial: n8n free OpenAI API credits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6B5E60"/>
                </a:solidFill>
                <a:latin typeface="Calibri"/>
              </a:rPr>
              <a:t>Workflow exportado en /n8n/comparador.json del repositorio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669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utilizados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630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Shape 4"/>
          <p:cNvSpPr/>
          <p:nvPr/>
        </p:nvSpPr>
        <p:spPr>
          <a:xfrm>
            <a:off x="868680" y="1874520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8686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17556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Shows</a:t>
            </a:r>
            <a:endParaRPr lang="en-US" sz="14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463040" y="205740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kaggle.com/datasets/shivamb/netflix-shows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8775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868680" y="2770632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8686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6517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Disney+ Shows</a:t>
            </a:r>
            <a:endParaRPr lang="en-US" sz="1400" dirty="0"/>
          </a:p>
        </p:txBody>
      </p:sp>
      <p:sp>
        <p:nvSpPr>
          <p:cNvPr id="15" name="Text 12">
            <a:hlinkClick r:id="rId5"/>
          </p:cNvPr>
          <p:cNvSpPr/>
          <p:nvPr/>
        </p:nvSpPr>
        <p:spPr>
          <a:xfrm>
            <a:off x="1463040" y="29535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kaggle.com/datasets/unanimad/disney-plus-shows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348386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4"/>
          <p:cNvSpPr/>
          <p:nvPr/>
        </p:nvSpPr>
        <p:spPr>
          <a:xfrm>
            <a:off x="868680" y="3666744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5"/>
          <p:cNvSpPr/>
          <p:nvPr/>
        </p:nvSpPr>
        <p:spPr>
          <a:xfrm>
            <a:off x="86868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35478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Prime Movies and TV Shows</a:t>
            </a:r>
            <a:endParaRPr lang="en-US" sz="1400" dirty="0"/>
          </a:p>
        </p:txBody>
      </p:sp>
      <p:sp>
        <p:nvSpPr>
          <p:cNvPr id="20" name="Text 17">
            <a:hlinkClick r:id="rId6"/>
          </p:cNvPr>
          <p:cNvSpPr/>
          <p:nvPr/>
        </p:nvSpPr>
        <p:spPr>
          <a:xfrm>
            <a:off x="1463040" y="38496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kaggle.com/datasets/shivamb/amazon-prime-movies-and-tv-shows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" y="437997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2" name="Shape 19"/>
          <p:cNvSpPr/>
          <p:nvPr/>
        </p:nvSpPr>
        <p:spPr>
          <a:xfrm>
            <a:off x="868680" y="4562856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86868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463040" y="444398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TV Movies and TV Shows</a:t>
            </a:r>
            <a:endParaRPr lang="en-US" sz="1400" dirty="0"/>
          </a:p>
        </p:txBody>
      </p:sp>
      <p:sp>
        <p:nvSpPr>
          <p:cNvPr id="25" name="Text 22">
            <a:hlinkClick r:id="rId7"/>
          </p:cNvPr>
          <p:cNvSpPr/>
          <p:nvPr/>
        </p:nvSpPr>
        <p:spPr>
          <a:xfrm>
            <a:off x="1463040" y="47457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kaggle.com/datasets/dgoenrique/apple-tv-movies-and-tv-shows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527608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7" name="Shape 24"/>
          <p:cNvSpPr/>
          <p:nvPr/>
        </p:nvSpPr>
        <p:spPr>
          <a:xfrm>
            <a:off x="868680" y="5458968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>
            <a:off x="868680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63040" y="53400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on Netflix, Prime Video, Hulu and Disney</a:t>
            </a:r>
            <a:endParaRPr lang="en-US" sz="1400" dirty="0"/>
          </a:p>
        </p:txBody>
      </p:sp>
      <p:sp>
        <p:nvSpPr>
          <p:cNvPr id="30" name="Text 27">
            <a:hlinkClick r:id="rId8"/>
          </p:cNvPr>
          <p:cNvSpPr/>
          <p:nvPr/>
        </p:nvSpPr>
        <p:spPr>
          <a:xfrm>
            <a:off x="1463040" y="564184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u="sng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kaggle.com/datasets/ruchi798/movies-on-netflix-prime-video-hulu-and-disney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7150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669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Enlaces del proyecto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A181D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541" y="222382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19933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700" dirty="0"/>
          </a:p>
        </p:txBody>
      </p:sp>
      <p:sp>
        <p:nvSpPr>
          <p:cNvPr id="9" name="Text 5">
            <a:hlinkClick r:id="rId5"/>
          </p:cNvPr>
          <p:cNvSpPr/>
          <p:nvPr/>
        </p:nvSpPr>
        <p:spPr>
          <a:xfrm>
            <a:off x="1828800" y="2423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u="sng" dirty="0">
                <a:solidFill>
                  <a:srgbClr val="D9A9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github.com/seregrun-ops/tp-con-sorpreas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2004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A181D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7"/>
          <p:cNvSpPr/>
          <p:nvPr/>
        </p:nvSpPr>
        <p:spPr>
          <a:xfrm>
            <a:off x="960120" y="34290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359542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33649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publicada (GitHub Pages)</a:t>
            </a:r>
            <a:endParaRPr lang="en-US" sz="1700" dirty="0"/>
          </a:p>
        </p:txBody>
      </p:sp>
      <p:sp>
        <p:nvSpPr>
          <p:cNvPr id="14" name="Text 9">
            <a:hlinkClick r:id="rId6"/>
          </p:cNvPr>
          <p:cNvSpPr/>
          <p:nvPr/>
        </p:nvSpPr>
        <p:spPr>
          <a:xfrm>
            <a:off x="182880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u="sng" dirty="0">
                <a:solidFill>
                  <a:srgbClr val="D9A9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seregrun-ops.github.io/tp-con-sorpreas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A181D"/>
          </a:solidFill>
          <a:ln/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1"/>
          <p:cNvSpPr/>
          <p:nvPr/>
        </p:nvSpPr>
        <p:spPr>
          <a:xfrm>
            <a:off x="960120" y="48006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541" y="49670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47365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n8n</a:t>
            </a:r>
            <a:endParaRPr lang="en-US" sz="1700" dirty="0"/>
          </a:p>
        </p:txBody>
      </p:sp>
      <p:sp>
        <p:nvSpPr>
          <p:cNvPr id="19" name="Text 13">
            <a:hlinkClick r:id="rId8"/>
          </p:cNvPr>
          <p:cNvSpPr/>
          <p:nvPr/>
        </p:nvSpPr>
        <p:spPr>
          <a:xfrm>
            <a:off x="1828800" y="51663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u="sng" dirty="0">
                <a:solidFill>
                  <a:srgbClr val="D9A9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seregrun1123.app.n8n.cloud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6E000C">
              <a:alpha val="4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2F3C7E">
              <a:alpha val="3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0665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StreamAI · Recomendador de Contenido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53949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 Dourado, Rocío  ·  Maffei, Luis  ·  Grünbaum, Serena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666</Words>
  <Application>Microsoft Macintosh PowerPoint</Application>
  <PresentationFormat>Panorámica</PresentationFormat>
  <Paragraphs>99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StreamAI - Entrega de Proyecto Final TIMMD</dc:title>
  <dc:subject>PptxGenJS Presentation</dc:subject>
  <dc:creator>Grunbaum, Serena</dc:creator>
  <cp:lastModifiedBy>serena Grunbaum</cp:lastModifiedBy>
  <cp:revision>2</cp:revision>
  <dcterms:created xsi:type="dcterms:W3CDTF">2026-07-05T19:18:04Z</dcterms:created>
  <dcterms:modified xsi:type="dcterms:W3CDTF">2026-07-14T23:25:25Z</dcterms:modified>
</cp:coreProperties>
</file>